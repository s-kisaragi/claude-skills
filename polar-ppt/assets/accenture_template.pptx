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Accentur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Addressee"/>
          <p:cNvSpPr>
            <a:spLocks noGrp="1"/>
          </p:cNvSpPr>
          <p:nvPr>
            <p:ph type="body" idx="14"/>
          </p:nvPr>
        </p:nvSpPr>
        <p:spPr>
          <a:xfrm>
            <a:off x="444500" y="1511300"/>
            <a:ext cx="7315200" cy="279400"/>
          </a:xfrm>
        </p:spPr>
        <p:txBody>
          <a:bodyPr wrap="square" lIns="0" tIns="0" rIns="0" bIns="0" anchor="t">
            <a:noAutofit/>
          </a:bodyPr>
          <a:lstStyle/>
          <a:p>
            <a:endParaRPr lang="ja-JP" sz="1600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03" name="Project Subtitle"/>
          <p:cNvSpPr>
            <a:spLocks noGrp="1"/>
          </p:cNvSpPr>
          <p:nvPr>
            <p:ph type="body" idx="15"/>
          </p:nvPr>
        </p:nvSpPr>
        <p:spPr>
          <a:xfrm>
            <a:off x="444500" y="1993900"/>
            <a:ext cx="10058400" cy="3048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04" name="Title"/>
          <p:cNvSpPr>
            <a:spLocks noGrp="1"/>
          </p:cNvSpPr>
          <p:nvPr>
            <p:ph type="ctrTitle" idx="0"/>
          </p:nvPr>
        </p:nvSpPr>
        <p:spPr>
          <a:xfrm>
            <a:off x="444500" y="2413000"/>
            <a:ext cx="10058400" cy="889000"/>
          </a:xfrm>
        </p:spPr>
        <p:txBody>
          <a:bodyPr wrap="square" lIns="0" tIns="0" rIns="0" bIns="0" anchor="t">
            <a:noAutofit/>
          </a:bodyPr>
          <a:lstStyle/>
          <a:p>
            <a:endParaRPr lang="ja-JP" sz="32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05" name="Document Type"/>
          <p:cNvSpPr>
            <a:spLocks noGrp="1"/>
          </p:cNvSpPr>
          <p:nvPr>
            <p:ph type="body" idx="16"/>
          </p:nvPr>
        </p:nvSpPr>
        <p:spPr>
          <a:xfrm>
            <a:off x="444500" y="3606800"/>
            <a:ext cx="4572000" cy="355600"/>
          </a:xfrm>
        </p:spPr>
        <p:txBody>
          <a:bodyPr wrap="square" lIns="0" tIns="0" rIns="0" bIns="0" anchor="t">
            <a:noAutofit/>
          </a:bodyPr>
          <a:lstStyle/>
          <a:p>
            <a:endParaRPr lang="ja-JP" sz="20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06" name="Date"/>
          <p:cNvSpPr>
            <a:spLocks noGrp="1"/>
          </p:cNvSpPr>
          <p:nvPr>
            <p:ph type="body" idx="17"/>
          </p:nvPr>
        </p:nvSpPr>
        <p:spPr>
          <a:xfrm>
            <a:off x="1016000" y="4737100"/>
            <a:ext cx="3657600" cy="355600"/>
          </a:xfrm>
        </p:spPr>
        <p:txBody>
          <a:bodyPr wrap="square" lIns="0" tIns="0" rIns="0" bIns="0" anchor="t">
            <a:noAutofit/>
          </a:bodyPr>
          <a:lstStyle/>
          <a:p>
            <a:endParaRPr lang="ja-JP" sz="20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ccen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ubhead"/>
          <p:cNvSpPr>
            <a:spLocks noGrp="1"/>
          </p:cNvSpPr>
          <p:nvPr>
            <p:ph type="body" idx="10"/>
          </p:nvPr>
        </p:nvSpPr>
        <p:spPr>
          <a:xfrm>
            <a:off x="444500" y="152400"/>
            <a:ext cx="10972800" cy="2794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08" name="Title"/>
          <p:cNvSpPr>
            <a:spLocks noGrp="1"/>
          </p:cNvSpPr>
          <p:nvPr>
            <p:ph type="title" idx="0"/>
          </p:nvPr>
        </p:nvSpPr>
        <p:spPr>
          <a:xfrm>
            <a:off x="444500" y="406400"/>
            <a:ext cx="10972800" cy="508000"/>
          </a:xfrm>
        </p:spPr>
        <p:txBody>
          <a:bodyPr wrap="square" lIns="0" tIns="0" rIns="0" bIns="0" anchor="t">
            <a:noAutofit/>
          </a:bodyPr>
          <a:lstStyle/>
          <a:p>
            <a:endParaRPr lang="ja-JP" sz="32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09" name="Message"/>
          <p:cNvSpPr>
            <a:spLocks noGrp="1"/>
          </p:cNvSpPr>
          <p:nvPr>
            <p:ph type="body" idx="11"/>
          </p:nvPr>
        </p:nvSpPr>
        <p:spPr>
          <a:xfrm>
            <a:off x="444500" y="927100"/>
            <a:ext cx="10972800" cy="5588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10" name="Separator"/>
          <p:cNvSpPr/>
          <p:nvPr/>
        </p:nvSpPr>
        <p:spPr>
          <a:xfrm>
            <a:off x="444500" y="1752600"/>
            <a:ext cx="11303000" cy="127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111" name="Body"/>
          <p:cNvSpPr>
            <a:spLocks noGrp="1"/>
          </p:cNvSpPr>
          <p:nvPr>
            <p:ph type="body" idx="1"/>
          </p:nvPr>
        </p:nvSpPr>
        <p:spPr>
          <a:xfrm>
            <a:off x="444500" y="1968500"/>
            <a:ext cx="11303000" cy="4508500"/>
          </a:xfrm>
        </p:spPr>
        <p:txBody>
          <a:bodyPr wrap="square" lIns="0" tIns="0" rIns="0" bIns="0" anchor="t">
            <a:noAutofit/>
          </a:bodyPr>
          <a:lstStyle/>
          <a:p>
            <a:endParaRPr lang="ja-JP" sz="1600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12" name="Page Number"/>
          <p:cNvSpPr>
            <a:spLocks noGrp="1"/>
          </p:cNvSpPr>
          <p:nvPr>
            <p:ph type="sldNum" idx="12"/>
          </p:nvPr>
        </p:nvSpPr>
        <p:spPr>
          <a:xfrm>
            <a:off x="11303000" y="6591300"/>
            <a:ext cx="508000" cy="152400"/>
          </a:xfrm>
        </p:spPr>
        <p:txBody>
          <a:bodyPr wrap="square" lIns="0" tIns="0" rIns="0" bIns="0" anchor="t">
            <a:noAutofit/>
          </a:bodyPr>
          <a:lstStyle/>
          <a:p>
            <a:endParaRPr lang="ja-JP" sz="800" dirty="0">
              <a:solidFill>
                <a:srgbClr val="919191"/>
              </a:solidFill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ccenture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urple 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000FF"/>
          </a:solidFill>
          <a:ln w="0">
            <a:noFill/>
          </a:ln>
        </p:spPr>
      </p:sp>
      <p:sp>
        <p:nvSpPr>
          <p:cNvPr id="114" name="Section Number"/>
          <p:cNvSpPr>
            <a:spLocks noGrp="1"/>
          </p:cNvSpPr>
          <p:nvPr>
            <p:ph type="body" idx="10"/>
          </p:nvPr>
        </p:nvSpPr>
        <p:spPr>
          <a:xfrm>
            <a:off x="609600" y="2286000"/>
            <a:ext cx="1016000" cy="635000"/>
          </a:xfrm>
        </p:spPr>
        <p:txBody>
          <a:bodyPr wrap="square" lIns="0" tIns="0" rIns="0" bIns="0" anchor="t">
            <a:noAutofit/>
          </a:bodyPr>
          <a:lstStyle/>
          <a:p>
            <a:endParaRPr lang="ja-JP" sz="4000" b="1" dirty="0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115" name="Section Title"/>
          <p:cNvSpPr>
            <a:spLocks noGrp="1"/>
          </p:cNvSpPr>
          <p:nvPr>
            <p:ph type="title" idx="0"/>
          </p:nvPr>
        </p:nvSpPr>
        <p:spPr>
          <a:xfrm>
            <a:off x="609600" y="3048000"/>
            <a:ext cx="10922000" cy="1016000"/>
          </a:xfrm>
        </p:spPr>
        <p:txBody>
          <a:bodyPr wrap="square" lIns="0" tIns="0" rIns="0" bIns="0" anchor="t">
            <a:noAutofit/>
          </a:bodyPr>
          <a:lstStyle/>
          <a:p>
            <a:endParaRPr lang="ja-JP" sz="3200" b="1" dirty="0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116" name="Subtitle"/>
          <p:cNvSpPr>
            <a:spLocks noGrp="1"/>
          </p:cNvSpPr>
          <p:nvPr>
            <p:ph type="body" idx="11"/>
          </p:nvPr>
        </p:nvSpPr>
        <p:spPr>
          <a:xfrm>
            <a:off x="609600" y="4191000"/>
            <a:ext cx="10922000" cy="5080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dirty="0">
              <a:solidFill>
                <a:srgbClr val="DDDDDD"/>
              </a:solidFill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Accenture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ubhead"/>
          <p:cNvSpPr>
            <a:spLocks noGrp="1"/>
          </p:cNvSpPr>
          <p:nvPr>
            <p:ph type="body" idx="10"/>
          </p:nvPr>
        </p:nvSpPr>
        <p:spPr>
          <a:xfrm>
            <a:off x="444500" y="152400"/>
            <a:ext cx="10972800" cy="2794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18" name="Title"/>
          <p:cNvSpPr>
            <a:spLocks noGrp="1"/>
          </p:cNvSpPr>
          <p:nvPr>
            <p:ph type="title" idx="0"/>
          </p:nvPr>
        </p:nvSpPr>
        <p:spPr>
          <a:xfrm>
            <a:off x="444500" y="406400"/>
            <a:ext cx="10972800" cy="508000"/>
          </a:xfrm>
        </p:spPr>
        <p:txBody>
          <a:bodyPr wrap="square" lIns="0" tIns="0" rIns="0" bIns="0" anchor="t">
            <a:noAutofit/>
          </a:bodyPr>
          <a:lstStyle/>
          <a:p>
            <a:endParaRPr lang="ja-JP" sz="32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19" name="Message"/>
          <p:cNvSpPr>
            <a:spLocks noGrp="1"/>
          </p:cNvSpPr>
          <p:nvPr>
            <p:ph type="body" idx="11"/>
          </p:nvPr>
        </p:nvSpPr>
        <p:spPr>
          <a:xfrm>
            <a:off x="444500" y="927100"/>
            <a:ext cx="10972800" cy="5588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20" name="Separator"/>
          <p:cNvSpPr/>
          <p:nvPr/>
        </p:nvSpPr>
        <p:spPr>
          <a:xfrm>
            <a:off x="444500" y="1752600"/>
            <a:ext cx="11303000" cy="127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121" name="Left Body"/>
          <p:cNvSpPr>
            <a:spLocks noGrp="1"/>
          </p:cNvSpPr>
          <p:nvPr>
            <p:ph type="body" idx="1"/>
          </p:nvPr>
        </p:nvSpPr>
        <p:spPr>
          <a:xfrm>
            <a:off x="444500" y="1968500"/>
            <a:ext cx="5461000" cy="4508500"/>
          </a:xfrm>
        </p:spPr>
        <p:txBody>
          <a:bodyPr wrap="square" lIns="0" tIns="0" rIns="0" bIns="0" anchor="t">
            <a:noAutofit/>
          </a:bodyPr>
          <a:lstStyle/>
          <a:p>
            <a:endParaRPr lang="ja-JP" sz="1600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22" name="Right Body"/>
          <p:cNvSpPr>
            <a:spLocks noGrp="1"/>
          </p:cNvSpPr>
          <p:nvPr>
            <p:ph type="body" idx="13"/>
          </p:nvPr>
        </p:nvSpPr>
        <p:spPr>
          <a:xfrm>
            <a:off x="6096000" y="1968500"/>
            <a:ext cx="5461000" cy="4508500"/>
          </a:xfrm>
        </p:spPr>
        <p:txBody>
          <a:bodyPr wrap="square" lIns="0" tIns="0" rIns="0" bIns="0" anchor="t">
            <a:noAutofit/>
          </a:bodyPr>
          <a:lstStyle/>
          <a:p>
            <a:endParaRPr lang="ja-JP" sz="1600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23" name="Page Number"/>
          <p:cNvSpPr>
            <a:spLocks noGrp="1"/>
          </p:cNvSpPr>
          <p:nvPr>
            <p:ph type="sldNum" idx="12"/>
          </p:nvPr>
        </p:nvSpPr>
        <p:spPr>
          <a:xfrm>
            <a:off x="11303000" y="6591300"/>
            <a:ext cx="508000" cy="152400"/>
          </a:xfrm>
        </p:spPr>
        <p:txBody>
          <a:bodyPr wrap="square" lIns="0" tIns="0" rIns="0" bIns="0" anchor="t">
            <a:noAutofit/>
          </a:bodyPr>
          <a:lstStyle/>
          <a:p>
            <a:endParaRPr lang="ja-JP" sz="800" dirty="0">
              <a:solidFill>
                <a:srgbClr val="919191"/>
              </a:solidFill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Accenture Content +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ubhead"/>
          <p:cNvSpPr>
            <a:spLocks noGrp="1"/>
          </p:cNvSpPr>
          <p:nvPr>
            <p:ph type="body" idx="10"/>
          </p:nvPr>
        </p:nvSpPr>
        <p:spPr>
          <a:xfrm>
            <a:off x="444500" y="152400"/>
            <a:ext cx="10972800" cy="2794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25" name="Title"/>
          <p:cNvSpPr>
            <a:spLocks noGrp="1"/>
          </p:cNvSpPr>
          <p:nvPr>
            <p:ph type="title" idx="0"/>
          </p:nvPr>
        </p:nvSpPr>
        <p:spPr>
          <a:xfrm>
            <a:off x="444500" y="406400"/>
            <a:ext cx="10972800" cy="508000"/>
          </a:xfrm>
        </p:spPr>
        <p:txBody>
          <a:bodyPr wrap="square" lIns="0" tIns="0" rIns="0" bIns="0" anchor="t">
            <a:noAutofit/>
          </a:bodyPr>
          <a:lstStyle/>
          <a:p>
            <a:endParaRPr lang="ja-JP" sz="32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26" name="Message"/>
          <p:cNvSpPr>
            <a:spLocks noGrp="1"/>
          </p:cNvSpPr>
          <p:nvPr>
            <p:ph type="body" idx="11"/>
          </p:nvPr>
        </p:nvSpPr>
        <p:spPr>
          <a:xfrm>
            <a:off x="444500" y="927100"/>
            <a:ext cx="10972800" cy="5588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27" name="Separator"/>
          <p:cNvSpPr/>
          <p:nvPr/>
        </p:nvSpPr>
        <p:spPr>
          <a:xfrm>
            <a:off x="444500" y="1752600"/>
            <a:ext cx="11303000" cy="127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128" name="Left Body"/>
          <p:cNvSpPr>
            <a:spLocks noGrp="1"/>
          </p:cNvSpPr>
          <p:nvPr>
            <p:ph type="body" idx="1"/>
          </p:nvPr>
        </p:nvSpPr>
        <p:spPr>
          <a:xfrm>
            <a:off x="444500" y="1968500"/>
            <a:ext cx="6731000" cy="4508500"/>
          </a:xfrm>
        </p:spPr>
        <p:txBody>
          <a:bodyPr wrap="square" lIns="0" tIns="0" rIns="0" bIns="0" anchor="t">
            <a:noAutofit/>
          </a:bodyPr>
          <a:lstStyle/>
          <a:p>
            <a:endParaRPr lang="ja-JP" sz="1600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29" name="Panel BG"/>
          <p:cNvSpPr/>
          <p:nvPr/>
        </p:nvSpPr>
        <p:spPr>
          <a:xfrm>
            <a:off x="7366000" y="1968500"/>
            <a:ext cx="4381500" cy="4508500"/>
          </a:xfrm>
          <a:prstGeom prst="rect">
            <a:avLst/>
          </a:prstGeom>
          <a:solidFill>
            <a:srgbClr val="D8D9D8"/>
          </a:solidFill>
          <a:ln w="0">
            <a:noFill/>
          </a:ln>
        </p:spPr>
      </p:sp>
      <p:sp>
        <p:nvSpPr>
          <p:cNvPr id="130" name="Panel Content"/>
          <p:cNvSpPr>
            <a:spLocks noGrp="1"/>
          </p:cNvSpPr>
          <p:nvPr>
            <p:ph type="body" idx="13"/>
          </p:nvPr>
        </p:nvSpPr>
        <p:spPr>
          <a:xfrm>
            <a:off x="7493000" y="2095500"/>
            <a:ext cx="4127500" cy="4318000"/>
          </a:xfrm>
        </p:spPr>
        <p:txBody>
          <a:bodyPr wrap="square" lIns="0" tIns="0" rIns="0" bIns="0" anchor="t">
            <a:noAutofit/>
          </a:bodyPr>
          <a:lstStyle/>
          <a:p>
            <a:endParaRPr lang="ja-JP" sz="1400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31" name="Page Number"/>
          <p:cNvSpPr>
            <a:spLocks noGrp="1"/>
          </p:cNvSpPr>
          <p:nvPr>
            <p:ph type="sldNum" idx="12"/>
          </p:nvPr>
        </p:nvSpPr>
        <p:spPr>
          <a:xfrm>
            <a:off x="11303000" y="6591300"/>
            <a:ext cx="508000" cy="152400"/>
          </a:xfrm>
        </p:spPr>
        <p:txBody>
          <a:bodyPr wrap="square" lIns="0" tIns="0" rIns="0" bIns="0" anchor="t">
            <a:noAutofit/>
          </a:bodyPr>
          <a:lstStyle/>
          <a:p>
            <a:endParaRPr lang="ja-JP" sz="800" dirty="0">
              <a:solidFill>
                <a:srgbClr val="919191"/>
              </a:solidFill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ccenture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"/>
          <p:cNvSpPr>
            <a:spLocks noGrp="1"/>
          </p:cNvSpPr>
          <p:nvPr>
            <p:ph type="title" idx="0"/>
          </p:nvPr>
        </p:nvSpPr>
        <p:spPr>
          <a:xfrm>
            <a:off x="444500" y="406400"/>
            <a:ext cx="10972800" cy="457200"/>
          </a:xfrm>
        </p:spPr>
        <p:txBody>
          <a:bodyPr wrap="square" lIns="0" tIns="0" rIns="0" bIns="0" anchor="t">
            <a:noAutofit/>
          </a:bodyPr>
          <a:lstStyle/>
          <a:p>
            <a:endParaRPr lang="ja-JP" sz="2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33" name="Agenda Items"/>
          <p:cNvSpPr>
            <a:spLocks noGrp="1"/>
          </p:cNvSpPr>
          <p:nvPr>
            <p:ph type="body" idx="1"/>
          </p:nvPr>
        </p:nvSpPr>
        <p:spPr>
          <a:xfrm>
            <a:off x="0" y="2032000"/>
            <a:ext cx="12192000" cy="4318000"/>
          </a:xfrm>
        </p:spPr>
        <p:txBody>
          <a:bodyPr wrap="square" lIns="0" tIns="0" rIns="0" bIns="0" anchor="t">
            <a:noAutofit/>
          </a:bodyPr>
          <a:lstStyle/>
          <a:p>
            <a:endParaRPr lang="ja-JP" sz="2400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34" name="Page Number"/>
          <p:cNvSpPr>
            <a:spLocks noGrp="1"/>
          </p:cNvSpPr>
          <p:nvPr>
            <p:ph type="sldNum" idx="12"/>
          </p:nvPr>
        </p:nvSpPr>
        <p:spPr>
          <a:xfrm>
            <a:off x="11303000" y="6591300"/>
            <a:ext cx="508000" cy="152400"/>
          </a:xfrm>
        </p:spPr>
        <p:txBody>
          <a:bodyPr wrap="square" lIns="0" tIns="0" rIns="0" bIns="0" anchor="t">
            <a:noAutofit/>
          </a:bodyPr>
          <a:lstStyle/>
          <a:p>
            <a:endParaRPr lang="ja-JP" sz="800" dirty="0">
              <a:solidFill>
                <a:srgbClr val="919191"/>
              </a:solidFill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ccenture Blank With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ubhead"/>
          <p:cNvSpPr>
            <a:spLocks noGrp="1"/>
          </p:cNvSpPr>
          <p:nvPr>
            <p:ph type="body" idx="10"/>
          </p:nvPr>
        </p:nvSpPr>
        <p:spPr>
          <a:xfrm>
            <a:off x="444500" y="152400"/>
            <a:ext cx="10972800" cy="2794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36" name="Title"/>
          <p:cNvSpPr>
            <a:spLocks noGrp="1"/>
          </p:cNvSpPr>
          <p:nvPr>
            <p:ph type="title" idx="0"/>
          </p:nvPr>
        </p:nvSpPr>
        <p:spPr>
          <a:xfrm>
            <a:off x="444500" y="406400"/>
            <a:ext cx="10972800" cy="508000"/>
          </a:xfrm>
        </p:spPr>
        <p:txBody>
          <a:bodyPr wrap="square" lIns="0" tIns="0" rIns="0" bIns="0" anchor="t">
            <a:noAutofit/>
          </a:bodyPr>
          <a:lstStyle/>
          <a:p>
            <a:endParaRPr lang="ja-JP" sz="32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37" name="Message"/>
          <p:cNvSpPr>
            <a:spLocks noGrp="1"/>
          </p:cNvSpPr>
          <p:nvPr>
            <p:ph type="body" idx="11"/>
          </p:nvPr>
        </p:nvSpPr>
        <p:spPr>
          <a:xfrm>
            <a:off x="444500" y="927100"/>
            <a:ext cx="10972800" cy="5588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38" name="Separator"/>
          <p:cNvSpPr/>
          <p:nvPr/>
        </p:nvSpPr>
        <p:spPr>
          <a:xfrm>
            <a:off x="444500" y="1752600"/>
            <a:ext cx="11303000" cy="127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139" name="Page Number"/>
          <p:cNvSpPr>
            <a:spLocks noGrp="1"/>
          </p:cNvSpPr>
          <p:nvPr>
            <p:ph type="sldNum" idx="12"/>
          </p:nvPr>
        </p:nvSpPr>
        <p:spPr>
          <a:xfrm>
            <a:off x="11303000" y="6591300"/>
            <a:ext cx="508000" cy="152400"/>
          </a:xfrm>
        </p:spPr>
        <p:txBody>
          <a:bodyPr wrap="square" lIns="0" tIns="0" rIns="0" bIns="0" anchor="t">
            <a:noAutofit/>
          </a:bodyPr>
          <a:lstStyle/>
          <a:p>
            <a:endParaRPr lang="ja-JP" sz="800" dirty="0">
              <a:solidFill>
                <a:srgbClr val="919191"/>
              </a:solidFill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ccenture Tab Ba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ab Bar"/>
          <p:cNvSpPr>
            <a:spLocks noGrp="1"/>
          </p:cNvSpPr>
          <p:nvPr>
            <p:ph type="body" idx="18"/>
          </p:nvPr>
        </p:nvSpPr>
        <p:spPr>
          <a:xfrm>
            <a:off x="7874000" y="76200"/>
            <a:ext cx="3873500" cy="355600"/>
          </a:xfrm>
        </p:spPr>
        <p:txBody>
          <a:bodyPr wrap="square" lIns="0" tIns="0" rIns="0" bIns="0" anchor="t">
            <a:noAutofit/>
          </a:bodyPr>
          <a:lstStyle/>
          <a:p>
            <a:endParaRPr lang="ja-JP" sz="1200" dirty="0">
              <a:solidFill>
                <a:srgbClr val="919191"/>
              </a:solidFill>
              <a:latin typeface="Meiryo UI"/>
              <a:ea typeface="Meiryo UI"/>
            </a:endParaRPr>
          </a:p>
        </p:txBody>
      </p:sp>
      <p:sp>
        <p:nvSpPr>
          <p:cNvPr id="141" name="Subhead"/>
          <p:cNvSpPr>
            <a:spLocks noGrp="1"/>
          </p:cNvSpPr>
          <p:nvPr>
            <p:ph type="body" idx="10"/>
          </p:nvPr>
        </p:nvSpPr>
        <p:spPr>
          <a:xfrm>
            <a:off x="444500" y="152400"/>
            <a:ext cx="7315200" cy="2794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42" name="Title"/>
          <p:cNvSpPr>
            <a:spLocks noGrp="1"/>
          </p:cNvSpPr>
          <p:nvPr>
            <p:ph type="title" idx="0"/>
          </p:nvPr>
        </p:nvSpPr>
        <p:spPr>
          <a:xfrm>
            <a:off x="444500" y="406400"/>
            <a:ext cx="10972800" cy="508000"/>
          </a:xfrm>
        </p:spPr>
        <p:txBody>
          <a:bodyPr wrap="square" lIns="0" tIns="0" rIns="0" bIns="0" anchor="t">
            <a:noAutofit/>
          </a:bodyPr>
          <a:lstStyle/>
          <a:p>
            <a:endParaRPr lang="ja-JP" sz="32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43" name="Message"/>
          <p:cNvSpPr>
            <a:spLocks noGrp="1"/>
          </p:cNvSpPr>
          <p:nvPr>
            <p:ph type="body" idx="11"/>
          </p:nvPr>
        </p:nvSpPr>
        <p:spPr>
          <a:xfrm>
            <a:off x="444500" y="927100"/>
            <a:ext cx="10972800" cy="5588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44" name="Separator"/>
          <p:cNvSpPr/>
          <p:nvPr/>
        </p:nvSpPr>
        <p:spPr>
          <a:xfrm>
            <a:off x="444500" y="1752600"/>
            <a:ext cx="11303000" cy="127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145" name="Body"/>
          <p:cNvSpPr>
            <a:spLocks noGrp="1"/>
          </p:cNvSpPr>
          <p:nvPr>
            <p:ph type="body" idx="1"/>
          </p:nvPr>
        </p:nvSpPr>
        <p:spPr>
          <a:xfrm>
            <a:off x="444500" y="1968500"/>
            <a:ext cx="11303000" cy="4508500"/>
          </a:xfrm>
        </p:spPr>
        <p:txBody>
          <a:bodyPr wrap="square" lIns="0" tIns="0" rIns="0" bIns="0" anchor="t">
            <a:noAutofit/>
          </a:bodyPr>
          <a:lstStyle/>
          <a:p>
            <a:endParaRPr lang="ja-JP" sz="1600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46" name="Page Number"/>
          <p:cNvSpPr>
            <a:spLocks noGrp="1"/>
          </p:cNvSpPr>
          <p:nvPr>
            <p:ph type="sldNum" idx="12"/>
          </p:nvPr>
        </p:nvSpPr>
        <p:spPr>
          <a:xfrm>
            <a:off x="11303000" y="6591300"/>
            <a:ext cx="508000" cy="152400"/>
          </a:xfrm>
        </p:spPr>
        <p:txBody>
          <a:bodyPr wrap="square" lIns="0" tIns="0" rIns="0" bIns="0" anchor="t">
            <a:noAutofit/>
          </a:bodyPr>
          <a:lstStyle/>
          <a:p>
            <a:endParaRPr lang="ja-JP" sz="800" dirty="0">
              <a:solidFill>
                <a:srgbClr val="919191"/>
              </a:solidFill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ccenture Step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tep Box BG"/>
          <p:cNvSpPr/>
          <p:nvPr/>
        </p:nvSpPr>
        <p:spPr>
          <a:xfrm>
            <a:off x="444500" y="444500"/>
            <a:ext cx="355600" cy="355600"/>
          </a:xfrm>
          <a:prstGeom prst="rect">
            <a:avLst/>
          </a:prstGeom>
          <a:solidFill>
            <a:srgbClr val="7500C0"/>
          </a:solidFill>
          <a:ln w="0">
            <a:noFill/>
          </a:ln>
        </p:spPr>
      </p:sp>
      <p:sp>
        <p:nvSpPr>
          <p:cNvPr id="148" name="Step Number"/>
          <p:cNvSpPr>
            <a:spLocks noGrp="1"/>
          </p:cNvSpPr>
          <p:nvPr>
            <p:ph type="body" idx="19"/>
          </p:nvPr>
        </p:nvSpPr>
        <p:spPr>
          <a:xfrm>
            <a:off x="444500" y="444500"/>
            <a:ext cx="355600" cy="355600"/>
          </a:xfrm>
        </p:spPr>
        <p:txBody>
          <a:bodyPr wrap="square" lIns="0" tIns="0" rIns="0" bIns="0" anchor="ctr">
            <a:noAutofit/>
          </a:bodyPr>
          <a:lstStyle/>
          <a:p>
            <a:endParaRPr lang="ja-JP" sz="1800" b="1" dirty="0">
              <a:solidFill>
                <a:srgbClr val="FFFFFF"/>
              </a:solidFill>
              <a:latin typeface="Meiryo UI"/>
              <a:ea typeface="Meiryo UI"/>
            </a:endParaRPr>
          </a:p>
        </p:txBody>
      </p:sp>
      <p:sp>
        <p:nvSpPr>
          <p:cNvPr id="149" name="Title"/>
          <p:cNvSpPr>
            <a:spLocks noGrp="1"/>
          </p:cNvSpPr>
          <p:nvPr>
            <p:ph type="title" idx="0"/>
          </p:nvPr>
        </p:nvSpPr>
        <p:spPr>
          <a:xfrm>
            <a:off x="889000" y="406400"/>
            <a:ext cx="10058400" cy="508000"/>
          </a:xfrm>
        </p:spPr>
        <p:txBody>
          <a:bodyPr wrap="square" lIns="0" tIns="0" rIns="0" bIns="0" anchor="t">
            <a:noAutofit/>
          </a:bodyPr>
          <a:lstStyle/>
          <a:p>
            <a:endParaRPr lang="ja-JP" sz="2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50" name="Message"/>
          <p:cNvSpPr>
            <a:spLocks noGrp="1"/>
          </p:cNvSpPr>
          <p:nvPr>
            <p:ph type="body" idx="11"/>
          </p:nvPr>
        </p:nvSpPr>
        <p:spPr>
          <a:xfrm>
            <a:off x="444500" y="1016000"/>
            <a:ext cx="10972800" cy="558800"/>
          </a:xfrm>
        </p:spPr>
        <p:txBody>
          <a:bodyPr wrap="square" lIns="0" tIns="0" rIns="0" bIns="0" anchor="t">
            <a:noAutofit/>
          </a:bodyPr>
          <a:lstStyle/>
          <a:p>
            <a:endParaRPr lang="ja-JP" sz="1800" b="1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51" name="Separator"/>
          <p:cNvSpPr/>
          <p:nvPr/>
        </p:nvSpPr>
        <p:spPr>
          <a:xfrm>
            <a:off x="444500" y="1752600"/>
            <a:ext cx="11303000" cy="127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</p:sp>
      <p:sp>
        <p:nvSpPr>
          <p:cNvPr id="152" name="Body"/>
          <p:cNvSpPr>
            <a:spLocks noGrp="1"/>
          </p:cNvSpPr>
          <p:nvPr>
            <p:ph type="body" idx="1"/>
          </p:nvPr>
        </p:nvSpPr>
        <p:spPr>
          <a:xfrm>
            <a:off x="444500" y="1968500"/>
            <a:ext cx="11303000" cy="4508500"/>
          </a:xfrm>
        </p:spPr>
        <p:txBody>
          <a:bodyPr wrap="square" lIns="0" tIns="0" rIns="0" bIns="0" anchor="t">
            <a:noAutofit/>
          </a:bodyPr>
          <a:lstStyle/>
          <a:p>
            <a:endParaRPr lang="ja-JP" sz="1600" dirty="0">
              <a:solidFill>
                <a:srgbClr val="000000"/>
              </a:solidFill>
              <a:latin typeface="Meiryo UI"/>
              <a:ea typeface="Meiryo UI"/>
            </a:endParaRPr>
          </a:p>
        </p:txBody>
      </p:sp>
      <p:sp>
        <p:nvSpPr>
          <p:cNvPr id="153" name="Page Number"/>
          <p:cNvSpPr>
            <a:spLocks noGrp="1"/>
          </p:cNvSpPr>
          <p:nvPr>
            <p:ph type="sldNum" idx="12"/>
          </p:nvPr>
        </p:nvSpPr>
        <p:spPr>
          <a:xfrm>
            <a:off x="11303000" y="6591300"/>
            <a:ext cx="508000" cy="152400"/>
          </a:xfrm>
        </p:spPr>
        <p:txBody>
          <a:bodyPr wrap="square" lIns="0" tIns="0" rIns="0" bIns="0" anchor="t">
            <a:noAutofit/>
          </a:bodyPr>
          <a:lstStyle/>
          <a:p>
            <a:endParaRPr lang="ja-JP" sz="800" dirty="0">
              <a:solidFill>
                <a:srgbClr val="919191"/>
              </a:solidFill>
              <a:latin typeface="Meiryo UI"/>
              <a:ea typeface="Meiryo UI"/>
            </a:endParaRP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Master Copyright"/>
          <p:cNvSpPr txBox="1"/>
          <p:nvPr/>
        </p:nvSpPr>
        <p:spPr>
          <a:xfrm>
            <a:off x="444500" y="6591300"/>
            <a:ext cx="5486400" cy="15240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r>
              <a:rPr lang="en-US" sz="800" i="1" dirty="0">
                <a:solidFill>
                  <a:srgbClr val="919191"/>
                </a:solidFill>
                <a:latin typeface="Meiryo UI"/>
                <a:ea typeface="Meiryo UI"/>
              </a:rPr>
              <a:t>Copyright © 2026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